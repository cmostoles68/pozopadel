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24E02-7438-46AD-8C74-3924FD644360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924D2-1781-4A58-A0E5-2E3C45E813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957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4800" y="0"/>
            <a:ext cx="10876610" cy="9144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79382" y="2453178"/>
            <a:ext cx="10876614" cy="669025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417572" y="-44175"/>
            <a:ext cx="9143999" cy="9231204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5A51A57-DA15-71BD-F635-25526DEFD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57" b="5088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7753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 Mostoles</dc:creator>
  <cp:lastModifiedBy>Carlos Mostoles</cp:lastModifiedBy>
  <cp:revision>3</cp:revision>
  <dcterms:created xsi:type="dcterms:W3CDTF">2006-08-16T00:00:00Z</dcterms:created>
  <dcterms:modified xsi:type="dcterms:W3CDTF">2026-09-12T15:38:36Z</dcterms:modified>
</cp:coreProperties>
</file>